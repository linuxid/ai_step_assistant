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62b43948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62b4394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62b439483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62b4394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2b439483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2b43948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2b43948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62b43948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2b43948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2b4394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62b43948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62b43948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2b439483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2b4394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62b43948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62b43948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62b439483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62b43948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2b439483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2b43948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Покращити вигляд цього слайда"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
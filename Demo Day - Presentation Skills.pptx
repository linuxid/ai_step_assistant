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Montserrat Light"/>
      <p:regular r:id="rId17"/>
      <p:bold r:id="rId18"/>
      <p:italic r:id="rId19"/>
      <p:boldItalic r:id="rId20"/>
    </p:embeddedFont>
    <p:embeddedFont>
      <p:font typeface="Montserrat ExtraBold"/>
      <p:bold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Light-boldItalic.fntdata"/><Relationship Id="rId22" Type="http://schemas.openxmlformats.org/officeDocument/2006/relationships/font" Target="fonts/MontserratExtraBold-boldItalic.fntdata"/><Relationship Id="rId21" Type="http://schemas.openxmlformats.org/officeDocument/2006/relationships/font" Target="fonts/MontserratExtraBold-bold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MontserratLight-regular.fntdata"/><Relationship Id="rId16" Type="http://schemas.openxmlformats.org/officeDocument/2006/relationships/font" Target="fonts/Montserrat-boldItalic.fntdata"/><Relationship Id="rId19" Type="http://schemas.openxmlformats.org/officeDocument/2006/relationships/font" Target="fonts/MontserratLight-italic.fntdata"/><Relationship Id="rId18" Type="http://schemas.openxmlformats.org/officeDocument/2006/relationships/font" Target="fonts/Montserrat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25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470671" y="2518469"/>
            <a:ext cx="525065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 DAY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595687" y="3547169"/>
            <a:ext cx="5000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0A0A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Урок 12: Мистецтво Презентації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850469" y="2342257"/>
            <a:ext cx="849106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КОД — ЦЕ ЛИШЕ 50% УСПІХУ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381625" y="3323332"/>
            <a:ext cx="1428750" cy="571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052637" y="3971032"/>
            <a:ext cx="8086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Навіть найкращий продукт потребує голосу, щоб про нього дізнався світ.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502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2769096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Пітч (Pitch) — це коротка, енергійна презентація вашого проєкту.</a:t>
            </a:r>
            <a:endParaRPr/>
          </a:p>
        </p:txBody>
      </p:sp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0502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057275" y="3648967"/>
            <a:ext cx="4752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Час:</a:t>
            </a: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Всього 3 хвилини.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057275" y="4252763"/>
            <a:ext cx="4752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Мета:</a:t>
            </a: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Зацікавити, а не приспати.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57275" y="4856559"/>
            <a:ext cx="4752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Секрет:</a:t>
            </a: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Люди купують історії, а не код.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9183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9562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899421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ЩО ТАКЕ "ПІТЧ"?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1025" y="1323975"/>
            <a:ext cx="1102995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11883"/>
            <a:ext cx="2543175" cy="3596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211883"/>
            <a:ext cx="2543175" cy="3596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211883"/>
            <a:ext cx="2543175" cy="3596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2211883"/>
            <a:ext cx="2543175" cy="359628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27484" y="3345358"/>
            <a:ext cx="20502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D7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 ГАЧОК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76300" y="3926383"/>
            <a:ext cx="19526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"Вам знайома проблема...?" Зловіть увагу з першої секунди.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3656409" y="3345358"/>
            <a:ext cx="205025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D7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2. РІШЕННЯ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705225" y="4297858"/>
            <a:ext cx="19526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"Знайомтесь, це [Ім'я]..." Покажіть свого героя.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485334" y="3345358"/>
            <a:ext cx="20502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D7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3. ДЕМО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534150" y="3926383"/>
            <a:ext cx="19526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Покажіть, як це працює в реальному часі.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314259" y="3345358"/>
            <a:ext cx="20502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D7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4. ФІНАЛ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363075" y="3926383"/>
            <a:ext cx="19526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Заклик до дії або яскравий висновок.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5912" y="2592883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1500" y="2592883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10425" y="2592883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39350" y="2592883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ФОРМУЛА ІДЕАЛЬНОГО ВИСТУПУ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81025" y="1323975"/>
            <a:ext cx="1102995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962025" y="2608064"/>
            <a:ext cx="1026795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"Люди купують не те, ЩО ви робите, а те, ЧОМУ ви це робите." 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81025" y="4345185"/>
            <a:ext cx="11029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100" u="none" cap="none" strike="noStrike">
                <a:solidFill>
                  <a:srgbClr val="FFD700"/>
                </a:solidFill>
                <a:latin typeface="Open Sans"/>
                <a:ea typeface="Open Sans"/>
                <a:cs typeface="Open Sans"/>
                <a:sym typeface="Open Sans"/>
              </a:rPr>
              <a:t>— Саймон Сінек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81025" y="771525"/>
            <a:ext cx="519064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D7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LIVE DEMO: ІНСТРУКЦІЯ З ВИЖИВАННЯ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81025" y="1724025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Демонстрація в реальному часі — це завжди ризик. Закон Мерфі не спить.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057275" y="2603896"/>
            <a:ext cx="44672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Будь готовий:</a:t>
            </a: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Запусти все ДО початку.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057275" y="3207692"/>
            <a:ext cx="4467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План Б:</a:t>
            </a: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Май скріншоти або відео, якщо код впаде.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057275" y="4177158"/>
            <a:ext cx="4467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Коментуй:</a:t>
            </a: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Не мовчи, коли друкуєш. Пояснюй свої дії.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4675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50555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20021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0637" y="21050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6381750" y="1886247"/>
            <a:ext cx="549068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D7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ПІД КАПОТОМ ВАШОГО МОНСТРА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381750" y="2838747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Інвестори (і викладач) люблять знати, як це працює. Згадайте у презентації:</a:t>
            </a:r>
            <a:endParaRPr/>
          </a:p>
        </p:txBody>
      </p:sp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7787" y="2162175"/>
            <a:ext cx="369570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6858000" y="3718619"/>
            <a:ext cx="4752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Python:</a:t>
            </a: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Мова логіки.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858000" y="4322415"/>
            <a:ext cx="4752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Gemini API:</a:t>
            </a: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Інтелект.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858000" y="4926210"/>
            <a:ext cx="4752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Tkinter:</a:t>
            </a: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Інтерфейс.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858000" y="5530006"/>
            <a:ext cx="4752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Pillow:</a:t>
            </a:r>
            <a:r>
              <a:rPr b="0" i="0" lang="en-US" sz="1800" u="none" cap="none" strike="noStrik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 Робота з графікою.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76148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365277"/>
            <a:ext cx="2571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96907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5572869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НЕ ЗАБУДЬТЕ ПРО ТЕХНОЛОГІЇ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81025" y="1323975"/>
            <a:ext cx="1102995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
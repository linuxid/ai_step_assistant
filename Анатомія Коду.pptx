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ontserrat ExtraBold"/>
      <p:bold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slide" Target="slides/slide6.xml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ExtraBold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1" Type="http://schemas.openxmlformats.org/officeDocument/2006/relationships/image" Target="../media/image7.png"/><Relationship Id="rId10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41.png"/><Relationship Id="rId5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9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29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Relationship Id="rId8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35580" y="2617440"/>
            <a:ext cx="672084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Анатомія Коду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95600" y="3646140"/>
            <a:ext cx="6400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Детальний розбір фінального проєкту AI Асистента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81025" y="2329904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Як це працює?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2825204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Ми не пишемо все з нуля. Ми збираємо готовий проєкт із 4-х основних блоків, наче конструктор.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7167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3545234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Інструменти: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Імпорти бібліотек.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4010025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Паспорт: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Налаштування та ключі.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4474815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Тіло: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Графічний інтерфейс (GUI).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939605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Мозок: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Логіка та ШІ.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58809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0528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51767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98246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Архітектура LEGO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07022"/>
            <a:ext cx="2543175" cy="2520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607022"/>
            <a:ext cx="2543175" cy="2520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607022"/>
            <a:ext cx="2543175" cy="2520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2607022"/>
            <a:ext cx="2543175" cy="252025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27484" y="3616672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tkinter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76300" y="4111972"/>
            <a:ext cx="1952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Будує вікна та кнопки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656409" y="3616672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PIL (Pillow)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3705225" y="4111972"/>
            <a:ext cx="1952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Обробляє картинки (аватари)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85334" y="3616672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google.genai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34150" y="4111972"/>
            <a:ext cx="1952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З'єднує з мозком Gemini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314259" y="3616672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json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363075" y="4111972"/>
            <a:ext cx="1952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Перекладач даних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52587" y="292134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52937" y="29213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81862" y="29213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53637" y="292134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Блок 1: Інструменти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19462"/>
            <a:ext cx="527685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334125" y="2708969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Гардероб Емоцій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334125" y="3204269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Змінна </a:t>
            </a:r>
            <a:r>
              <a:rPr b="0" i="0" lang="en-US" sz="135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emotions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— це шафа бота.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334125" y="3650009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Для кожного настрою (ключ) у нас є: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33425" y="3471862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import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2638425" y="3471862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"..."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33425" y="3471862"/>
            <a:ext cx="4857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"gemini-2.5-flash"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2638425" y="3671887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"happy"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3590925" y="3671887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"happy.png"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33425" y="3871912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"#e1f5fe"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876425" y="3871912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"sad"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2638425" y="3871912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"sad.png"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3686175" y="3871912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"#ffebee"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715125" y="4095750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Костюм: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Назва файлу картинки.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715125" y="4560540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Атмосфера: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Колір фону (hex-код).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13861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60340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Блок 2: Паспорт Бота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00275"/>
            <a:ext cx="5276850" cy="3333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00275"/>
            <a:ext cx="5276850" cy="333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71550" y="2590800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Стиліст: set_state()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71550" y="3086100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Отримує емоцію (наприклад, "sad") і "перевдягає" бота: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71550" y="3806130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Знаходить картинку в словнику.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71550" y="4251870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Змінює фон вікна.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71550" y="4697610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Оновлює віджет Label.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724650" y="2590800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Секретар: display_text()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724650" y="3086100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Керує чатом, бо поле заблоковане для вводу: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724650" y="3806130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Відмикає чат (state='normal').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24650" y="4251870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Друкує текст.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724650" y="4697610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Знову замикає чат.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Блок 3: М'язи (Хелпери)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86855"/>
            <a:ext cx="494347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81025" y="77152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Блок 4: Мозок (Інструкція)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81025" y="1266825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Ми не просто просимо відповісти. Ми даємо сувору команду.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81025" y="2882205"/>
            <a:ext cx="49434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Це змушує нейромережу самостійно проаналізувати свої слова і вирішити: це жарт, сумна новина чи просто факт.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33425" y="2139255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"ВАЖЛИВО: Твоя відповідь має бути ТІЛЬКИ у форматі JSON. Поля: 'text' та 'emotion'..."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2150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064198"/>
            <a:ext cx="527685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97167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6334125" y="2574577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Розшифровка (Parsing)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334125" y="3069877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Відповідь від Google приходить як довгий рядок тексту. Нам треба перетворити його на об'єкт Python.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486525" y="4216598"/>
            <a:ext cx="2952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Перетворення тексту в словник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963025" y="4416623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Отримання даних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7724775" y="4616648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"text"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0391775" y="4616648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"emotion"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JSON Переклад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47007"/>
            <a:ext cx="3486150" cy="3240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47007"/>
            <a:ext cx="3486150" cy="3240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47007"/>
            <a:ext cx="3486150" cy="324028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803910" y="325665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Блокування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76300" y="3751957"/>
            <a:ext cx="2895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btn.config(state=DISABLED)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76300" y="4197697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Вимикаємо кнопку, поки бот думає, щоб не "покласти" програму.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575810" y="325665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Try ... Except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4648200" y="3751957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Якщо інтернет зникне або API впаде, програма не закриється, а виведе повідомлення про помилку.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347710" y="325665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4D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Finally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420100" y="3751957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Блок, який спрацює завжди. Ми гарантовано розблокуємо кнопку назад.</a:t>
            </a:r>
            <a:endParaRPr/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4075" y="256133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56133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7875" y="256133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Тригер та Захист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81025" y="2568029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Щоб магія спрацювала, перевірте наявність файлів:</a:t>
            </a:r>
            <a:endParaRPr/>
          </a:p>
        </p:txBody>
      </p:sp>
      <p:pic>
        <p:nvPicPr>
          <p:cNvPr descr="image.png" id="226" name="Google Shape;22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7167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962025" y="3013769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happy.png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(Картинка радості)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962025" y="3478559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sad.png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(Картинка суму)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962025" y="3943350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neutral.png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(Звичайна картинка)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62025" y="4408140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persona.txt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(Характер бота)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62025" y="4872930"/>
            <a:ext cx="4895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API Key</a:t>
            </a:r>
            <a:r>
              <a:rPr b="0" i="0" lang="en-US" sz="13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(Вставлений у код)</a:t>
            </a:r>
            <a:endParaRPr/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056632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521422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86212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51002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91579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Чек-лист перед запуском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305276" y="2394644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Час кодити!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81025" y="3528119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Відкривайте редактори, копіюйте код та запускайте свого Франкенштейна.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581025" y="4244280"/>
            <a:ext cx="11029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Питання? Помилки? Ми тут, щоб їх виправити.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/>
          <p:nvPr/>
        </p:nvSpPr>
        <p:spPr>
          <a:xfrm>
            <a:off x="581025" y="230237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81025" y="308714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81025" y="387191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81025" y="307761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81025" y="307761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81025" y="38623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581025" y="38623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81025" y="46471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81025" y="46471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517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1676400" y="244524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https://www.lego.com/cdn/cs/set/assets/blt0b9ab53e6724e980/Balance.jpg?fit=crop&amp;quality=80&amp;width=700&amp;dpr=1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1676400" y="269096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www.lego.com</a:t>
            </a:r>
            <a:endParaRPr/>
          </a:p>
        </p:txBody>
      </p:sp>
      <p:pic>
        <p:nvPicPr>
          <p:cNvPr descr="image.png" id="264" name="Google Shape;26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365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1676400" y="323001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https://images.stockcake.com/public/1/2/5/125bae37-658c-41b2-b9ec-2e8dfc7f8412_large/digital-brain-glows-stockcake.jpg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676400" y="347573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stockcake.com</a:t>
            </a:r>
            <a:endParaRPr/>
          </a:p>
        </p:txBody>
      </p:sp>
      <p:pic>
        <p:nvPicPr>
          <p:cNvPr descr="image.png" id="267" name="Google Shape;26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213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1676400" y="401478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https://static.vecteezy.com/system/resources/previews/067/826/994/non_2x/3d-isometric-json-file-icon-for-data-structures-png.png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1676400" y="426050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www.vecteezy.com</a:t>
            </a:r>
            <a:endParaRPr/>
          </a:p>
        </p:txBody>
      </p:sp>
      <p:pic>
        <p:nvPicPr>
          <p:cNvPr descr="image.png" id="270" name="Google Shape;27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8061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1676400" y="479955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https://img.freepik.com/premium-psd/3d-render-checklist-clipboard-illustration_453897-413.jpg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1676400" y="504527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www.freepik.com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Image Sources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